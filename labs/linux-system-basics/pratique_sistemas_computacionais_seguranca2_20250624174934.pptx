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moban/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2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DBD87B6-4C5A-4C78-9DFE-A71A4A9869C6}" type="slidenum">
              <a: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0" y="2210400"/>
            <a:ext cx="2437920" cy="2436480"/>
          </a:xfrm>
          <a:prstGeom prst="rect">
            <a:avLst/>
          </a:prstGeom>
          <a:solidFill>
            <a:srgbClr val="acb1bb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876920" y="2210400"/>
            <a:ext cx="2437920" cy="243648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9753480" y="2210400"/>
            <a:ext cx="2437920" cy="243648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5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4274835-AC14-4DB0-B2EC-0B9132B1DBD2}" type="slidenum">
              <a: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383920" y="1778040"/>
            <a:ext cx="3301560" cy="3301560"/>
          </a:xfrm>
          <a:prstGeom prst="rect">
            <a:avLst/>
          </a:prstGeom>
          <a:solidFill>
            <a:srgbClr val="acb1bb"/>
          </a:solidFill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自定义版式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131;p46"/>
          <p:cNvSpPr/>
          <p:nvPr/>
        </p:nvSpPr>
        <p:spPr>
          <a:xfrm>
            <a:off x="1793520" y="6858000"/>
            <a:ext cx="180000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5480" bIns="1548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pt-BR" sz="100" strike="noStrike" u="sng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  <a:hlinkClick r:id="rId2"/>
              </a:rPr>
              <a:t>PPT模板</a:t>
            </a:r>
            <a:r>
              <a:rPr b="0" lang="pt-BR" sz="100" strike="noStrike" u="non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b="0" lang="pt-BR" sz="100" strike="noStrike" u="non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http://www.1ppt.com/moban/ 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3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Num" idx="3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BF48591-A1EF-46AB-B605-5FF582649965}" type="slidenum">
              <a: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639520" y="2717640"/>
            <a:ext cx="1587240" cy="1587240"/>
          </a:xfrm>
          <a:prstGeom prst="rect">
            <a:avLst/>
          </a:prstGeom>
          <a:solidFill>
            <a:srgbClr val="acb1bb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302080" y="2717640"/>
            <a:ext cx="1587240" cy="1587240"/>
          </a:xfrm>
          <a:prstGeom prst="rect">
            <a:avLst/>
          </a:prstGeom>
          <a:solidFill>
            <a:srgbClr val="acb1bb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7965000" y="2717640"/>
            <a:ext cx="1587240" cy="1587240"/>
          </a:xfrm>
          <a:prstGeom prst="rect">
            <a:avLst/>
          </a:prstGeom>
          <a:solidFill>
            <a:srgbClr val="acb1bb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FB6BC56-CAB0-4CC7-A825-E1D32B94E53B}" type="slidenum"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3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633240" y="13107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247840" y="13107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3862080" y="13107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476680" y="13107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7091280" y="13107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body"/>
          </p:nvPr>
        </p:nvSpPr>
        <p:spPr>
          <a:xfrm>
            <a:off x="8705520" y="13107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body"/>
          </p:nvPr>
        </p:nvSpPr>
        <p:spPr>
          <a:xfrm>
            <a:off x="10320120" y="13107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body"/>
          </p:nvPr>
        </p:nvSpPr>
        <p:spPr>
          <a:xfrm>
            <a:off x="633240" y="46443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9"/>
          <p:cNvSpPr>
            <a:spLocks noGrp="1"/>
          </p:cNvSpPr>
          <p:nvPr>
            <p:ph type="body"/>
          </p:nvPr>
        </p:nvSpPr>
        <p:spPr>
          <a:xfrm>
            <a:off x="2247840" y="46443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0"/>
          <p:cNvSpPr>
            <a:spLocks noGrp="1"/>
          </p:cNvSpPr>
          <p:nvPr>
            <p:ph type="body"/>
          </p:nvPr>
        </p:nvSpPr>
        <p:spPr>
          <a:xfrm>
            <a:off x="3862080" y="46443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1"/>
          <p:cNvSpPr>
            <a:spLocks noGrp="1"/>
          </p:cNvSpPr>
          <p:nvPr>
            <p:ph type="body"/>
          </p:nvPr>
        </p:nvSpPr>
        <p:spPr>
          <a:xfrm>
            <a:off x="5476680" y="46443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2"/>
          <p:cNvSpPr>
            <a:spLocks noGrp="1"/>
          </p:cNvSpPr>
          <p:nvPr>
            <p:ph type="body"/>
          </p:nvPr>
        </p:nvSpPr>
        <p:spPr>
          <a:xfrm>
            <a:off x="7091280" y="46443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3"/>
          <p:cNvSpPr>
            <a:spLocks noGrp="1"/>
          </p:cNvSpPr>
          <p:nvPr>
            <p:ph type="body"/>
          </p:nvPr>
        </p:nvSpPr>
        <p:spPr>
          <a:xfrm>
            <a:off x="8705520" y="46443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4"/>
          <p:cNvSpPr>
            <a:spLocks noGrp="1"/>
          </p:cNvSpPr>
          <p:nvPr>
            <p:ph type="body"/>
          </p:nvPr>
        </p:nvSpPr>
        <p:spPr>
          <a:xfrm>
            <a:off x="10320120" y="4644360"/>
            <a:ext cx="1327320" cy="1327320"/>
          </a:xfrm>
          <a:prstGeom prst="rect">
            <a:avLst/>
          </a:prstGeom>
          <a:solidFill>
            <a:srgbClr val="ccd0d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幻灯片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1269000" y="1841400"/>
            <a:ext cx="2222280" cy="2222280"/>
          </a:xfrm>
          <a:prstGeom prst="rect">
            <a:avLst/>
          </a:prstGeom>
          <a:solidFill>
            <a:srgbClr val="ccd0d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873600" y="1841400"/>
            <a:ext cx="2222280" cy="2222280"/>
          </a:xfrm>
          <a:prstGeom prst="rect">
            <a:avLst/>
          </a:prstGeom>
          <a:solidFill>
            <a:srgbClr val="ccd0d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5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Num" idx="7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A5C4BF1-CCC0-4F7A-8C1C-5F1FFE54D2BA}" type="slidenum">
              <a: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297680" y="3069000"/>
            <a:ext cx="3596760" cy="2232000"/>
          </a:xfrm>
          <a:prstGeom prst="rect">
            <a:avLst/>
          </a:prstGeom>
          <a:solidFill>
            <a:srgbClr val="acb1bb"/>
          </a:solidFill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3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5207040" y="0"/>
            <a:ext cx="6984720" cy="6857640"/>
          </a:xfrm>
          <a:prstGeom prst="rect">
            <a:avLst/>
          </a:prstGeom>
          <a:gradFill rotWithShape="0">
            <a:gsLst>
              <a:gs pos="0">
                <a:srgbClr val="ff2841"/>
              </a:gs>
              <a:gs pos="100000">
                <a:srgbClr val="5c33e6"/>
              </a:gs>
            </a:gsLst>
            <a:lin ang="3000000"/>
          </a:gradFill>
          <a:ln w="0">
            <a:noFill/>
          </a:ln>
          <a:effectLst>
            <a:outerShdw dist="63360" dir="5400000" blurRad="190440" rotWithShape="0">
              <a:srgbClr val="000000">
                <a:alpha val="20000"/>
              </a:srgbClr>
            </a:outerShdw>
          </a:effectLst>
        </p:spPr>
        <p:txBody>
          <a:bodyPr lIns="0" rIns="0" tIns="0" bIns="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207040" y="0"/>
            <a:ext cx="6984720" cy="6857640"/>
          </a:xfrm>
          <a:prstGeom prst="rect">
            <a:avLst/>
          </a:prstGeom>
          <a:solidFill>
            <a:srgbClr val="acb1bb">
              <a:alpha val="80000"/>
            </a:srgbClr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BFA0351-29A2-430D-9936-AACC04ECB7E4}" type="slidenum">
              <a: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 copy 5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Num" idx="9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4B153E8-2398-4377-A309-DD4152005F60}" type="slidenum">
              <a:rPr b="0" lang="pt-BR" sz="1800" strike="noStrike" u="none">
                <a:solidFill>
                  <a:srgbClr val="2c2e3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581840" y="1571760"/>
            <a:ext cx="4037040" cy="5387040"/>
          </a:xfrm>
          <a:prstGeom prst="rect">
            <a:avLst/>
          </a:prstGeom>
          <a:solidFill>
            <a:srgbClr val="acb1bb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virtualbox.org/" TargetMode="External"/><Relationship Id="rId3" Type="http://schemas.openxmlformats.org/officeDocument/2006/relationships/hyperlink" Target="https://ubuntu.com/" TargetMode="External"/><Relationship Id="rId4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41;g13e0b32f61d_0_0"/>
          <p:cNvSpPr/>
          <p:nvPr/>
        </p:nvSpPr>
        <p:spPr>
          <a:xfrm>
            <a:off x="2621160" y="2895480"/>
            <a:ext cx="1632600" cy="1632600"/>
          </a:xfrm>
          <a:prstGeom prst="ellipse">
            <a:avLst/>
          </a:prstGeom>
          <a:gradFill rotWithShape="0">
            <a:gsLst>
              <a:gs pos="0">
                <a:srgbClr val="5c33e6">
                  <a:alpha val="9000"/>
                </a:srgbClr>
              </a:gs>
              <a:gs pos="100000">
                <a:srgbClr val="8b3ae5">
                  <a:alpha val="9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4" name="Google Shape;142;g13e0b32f61d_0_0"/>
          <p:cNvSpPr/>
          <p:nvPr/>
        </p:nvSpPr>
        <p:spPr>
          <a:xfrm>
            <a:off x="249120" y="2652120"/>
            <a:ext cx="2936160" cy="2936160"/>
          </a:xfrm>
          <a:prstGeom prst="ellipse">
            <a:avLst/>
          </a:prstGeom>
          <a:gradFill rotWithShape="0">
            <a:gsLst>
              <a:gs pos="0">
                <a:srgbClr val="ab1942">
                  <a:alpha val="20000"/>
                </a:srgbClr>
              </a:gs>
              <a:gs pos="100000">
                <a:srgbClr val="8b3ae5">
                  <a:alpha val="20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5" name="Google Shape;143;g13e0b32f61d_0_0"/>
          <p:cNvSpPr/>
          <p:nvPr/>
        </p:nvSpPr>
        <p:spPr>
          <a:xfrm>
            <a:off x="10970280" y="5523840"/>
            <a:ext cx="1506960" cy="1506960"/>
          </a:xfrm>
          <a:prstGeom prst="ellipse">
            <a:avLst/>
          </a:prstGeom>
          <a:gradFill rotWithShape="0">
            <a:gsLst>
              <a:gs pos="0">
                <a:srgbClr val="5267a4">
                  <a:alpha val="14000"/>
                </a:srgbClr>
              </a:gs>
              <a:gs pos="100000">
                <a:srgbClr val="1992aa">
                  <a:alpha val="14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6" name="Google Shape;144;g13e0b32f61d_0_0"/>
          <p:cNvSpPr/>
          <p:nvPr/>
        </p:nvSpPr>
        <p:spPr>
          <a:xfrm>
            <a:off x="4825080" y="3810600"/>
            <a:ext cx="367920" cy="367920"/>
          </a:xfrm>
          <a:prstGeom prst="ellipse">
            <a:avLst/>
          </a:prstGeom>
          <a:gradFill rotWithShape="0">
            <a:gsLst>
              <a:gs pos="0">
                <a:srgbClr val="ff6802">
                  <a:alpha val="15000"/>
                </a:srgbClr>
              </a:gs>
              <a:gs pos="100000">
                <a:srgbClr val="ff2841">
                  <a:alpha val="15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7" name="Google Shape;145;g13e0b32f61d_0_0"/>
          <p:cNvSpPr/>
          <p:nvPr/>
        </p:nvSpPr>
        <p:spPr>
          <a:xfrm>
            <a:off x="4825080" y="804240"/>
            <a:ext cx="7074720" cy="5672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8" name="Google Shape;146;g13e0b32f61d_0_0"/>
          <p:cNvSpPr/>
          <p:nvPr/>
        </p:nvSpPr>
        <p:spPr>
          <a:xfrm>
            <a:off x="259920" y="0"/>
            <a:ext cx="2568240" cy="2238120"/>
          </a:xfrm>
          <a:prstGeom prst="rect">
            <a:avLst/>
          </a:prstGeom>
          <a:solidFill>
            <a:srgbClr val="e838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49" name="Google Shape;147;g13e0b32f61d_0_0" descr="Uma imagem contendo Logotipo&#10;&#10;Descrição gerada automaticamente"/>
          <p:cNvPicPr/>
          <p:nvPr/>
        </p:nvPicPr>
        <p:blipFill>
          <a:blip r:embed="rId1"/>
          <a:stretch/>
        </p:blipFill>
        <p:spPr>
          <a:xfrm>
            <a:off x="10838520" y="303840"/>
            <a:ext cx="88488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148;g13e0b32f61d_0_0"/>
          <p:cNvSpPr/>
          <p:nvPr/>
        </p:nvSpPr>
        <p:spPr>
          <a:xfrm>
            <a:off x="0" y="341280"/>
            <a:ext cx="4419360" cy="152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1" name="Google Shape;149;g13e0b32f61d_0_0"/>
          <p:cNvSpPr/>
          <p:nvPr/>
        </p:nvSpPr>
        <p:spPr>
          <a:xfrm>
            <a:off x="355320" y="672480"/>
            <a:ext cx="381564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5d358e"/>
                </a:solidFill>
                <a:effectLst/>
                <a:uFillTx/>
                <a:latin typeface="Calibri"/>
                <a:ea typeface="Calibri"/>
              </a:rPr>
              <a:t>Pratique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5d358e"/>
                </a:solidFill>
                <a:effectLst/>
                <a:uFillTx/>
                <a:latin typeface="Calibri"/>
                <a:ea typeface="Calibri"/>
              </a:rPr>
              <a:t>Atividade prática!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Google Shape;150;g13e0b32f61d_0_0"/>
          <p:cNvCxnSpPr/>
          <p:nvPr/>
        </p:nvCxnSpPr>
        <p:spPr>
          <a:xfrm>
            <a:off x="453600" y="633240"/>
            <a:ext cx="394560" cy="360"/>
          </a:xfrm>
          <a:prstGeom prst="straightConnector1">
            <a:avLst/>
          </a:prstGeom>
          <a:ln w="38100">
            <a:solidFill>
              <a:srgbClr val="e83879"/>
            </a:solidFill>
            <a:miter/>
          </a:ln>
        </p:spPr>
      </p:cxnSp>
      <p:sp>
        <p:nvSpPr>
          <p:cNvPr id="53" name="Google Shape;151;g13e0b32f61d_0_0"/>
          <p:cNvSpPr/>
          <p:nvPr/>
        </p:nvSpPr>
        <p:spPr>
          <a:xfrm>
            <a:off x="4825080" y="606240"/>
            <a:ext cx="2682360" cy="417240"/>
          </a:xfrm>
          <a:prstGeom prst="rect">
            <a:avLst/>
          </a:prstGeom>
          <a:solidFill>
            <a:srgbClr val="a02987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4" name="Google Shape;152;g13e0b32f61d_0_0"/>
          <p:cNvSpPr/>
          <p:nvPr/>
        </p:nvSpPr>
        <p:spPr>
          <a:xfrm>
            <a:off x="4907520" y="627480"/>
            <a:ext cx="2476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Enunciado da atividade: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53;g13e0b32f61d_0_0"/>
          <p:cNvSpPr/>
          <p:nvPr/>
        </p:nvSpPr>
        <p:spPr>
          <a:xfrm>
            <a:off x="4825080" y="1272600"/>
            <a:ext cx="6898320" cy="54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Nada mais interessante do que aprender Sistemas Computacionais e Segurança na prática! Sendo assim, sua atividade principal será a instalação de um Sistema Operacional Linux em uma ambiente virtualizado.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Você tem liberdade de usar o software de virtualização que quiser (VMware Workstation, Oracle VirtualBox, Parallels (em um MacOS X), entre outros. Contudo, o mais fácil para quem está começando nesta área é o Oracle Virtual Box (</a:t>
            </a:r>
            <a:r>
              <a:rPr b="0" lang="pt-BR" sz="1500" strike="noStrike" u="sng">
                <a:solidFill>
                  <a:schemeClr val="hlink"/>
                </a:solidFill>
                <a:effectLst/>
                <a:uFillTx/>
                <a:latin typeface="Calibri"/>
                <a:ea typeface="Calibri"/>
                <a:hlinkClick r:id="rId2"/>
              </a:rPr>
              <a:t>https://www.virtualbox.org/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) e um vídeo de passo-a-passo está presente na unidade 2.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Dimensione o tamanho da máquina como quiser (respeitando os recursos físicos que possui em seu equipamento) e instale o Linux. Qual distribuição? Novamente, tens liberdade para instalar qualquer distribuição. Recomendamos a Ubuntu (</a:t>
            </a:r>
            <a:r>
              <a:rPr b="0" lang="pt-BR" sz="1500" strike="noStrike" u="sng">
                <a:solidFill>
                  <a:schemeClr val="hlink"/>
                </a:solidFill>
                <a:effectLst/>
                <a:uFillTx/>
                <a:latin typeface="Calibri"/>
                <a:ea typeface="Calibri"/>
                <a:hlinkClick r:id="rId3"/>
              </a:rPr>
              <a:t>https://ubuntu.com/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) por ser a mais amigável entre todas a disposição.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Uma vez instalado, você deve rodar os comandos cat 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ourier New"/>
                <a:ea typeface="Courier New"/>
              </a:rPr>
              <a:t>/proc/cpuinfo, cat /proc/meminfo 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ourier New"/>
                <a:ea typeface="Courier New"/>
              </a:rPr>
              <a:t> top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, nesta ordem. Vai reparar que o primeiro comando mostrará informações importantes do processador, o segundo da memória do computador e o último, os processos ativos. Legal, você verá o escalonamento do processador ao vivo!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Manter o sistema operacional atualizado, com a última versão possível de todos os softwares nele instalados é requisito básico de segurança. O comando varia de distribuição Linux para distribuição Linux, mas variações de Debian (caso do Ubuntu) usando os comandos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ourier New"/>
                <a:ea typeface="Courier New"/>
              </a:rPr>
              <a:t> apt update 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ourier New"/>
                <a:ea typeface="Courier New"/>
              </a:rPr>
              <a:t> apt upgrade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58;g13e0b32f61d_0_16"/>
          <p:cNvSpPr/>
          <p:nvPr/>
        </p:nvSpPr>
        <p:spPr>
          <a:xfrm>
            <a:off x="2621160" y="2895480"/>
            <a:ext cx="1632600" cy="1632600"/>
          </a:xfrm>
          <a:prstGeom prst="ellipse">
            <a:avLst/>
          </a:prstGeom>
          <a:gradFill rotWithShape="0">
            <a:gsLst>
              <a:gs pos="0">
                <a:srgbClr val="5c33e6">
                  <a:alpha val="9000"/>
                </a:srgbClr>
              </a:gs>
              <a:gs pos="100000">
                <a:srgbClr val="8b3ae5">
                  <a:alpha val="9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7" name="Google Shape;159;g13e0b32f61d_0_16"/>
          <p:cNvSpPr/>
          <p:nvPr/>
        </p:nvSpPr>
        <p:spPr>
          <a:xfrm>
            <a:off x="249120" y="2652120"/>
            <a:ext cx="2936160" cy="2936160"/>
          </a:xfrm>
          <a:prstGeom prst="ellipse">
            <a:avLst/>
          </a:prstGeom>
          <a:gradFill rotWithShape="0">
            <a:gsLst>
              <a:gs pos="0">
                <a:srgbClr val="ab1942">
                  <a:alpha val="20000"/>
                </a:srgbClr>
              </a:gs>
              <a:gs pos="100000">
                <a:srgbClr val="8b3ae5">
                  <a:alpha val="20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8" name="Google Shape;160;g13e0b32f61d_0_16"/>
          <p:cNvSpPr/>
          <p:nvPr/>
        </p:nvSpPr>
        <p:spPr>
          <a:xfrm>
            <a:off x="10970280" y="5523840"/>
            <a:ext cx="1506960" cy="1506960"/>
          </a:xfrm>
          <a:prstGeom prst="ellipse">
            <a:avLst/>
          </a:prstGeom>
          <a:gradFill rotWithShape="0">
            <a:gsLst>
              <a:gs pos="0">
                <a:srgbClr val="5267a4">
                  <a:alpha val="14000"/>
                </a:srgbClr>
              </a:gs>
              <a:gs pos="100000">
                <a:srgbClr val="1992aa">
                  <a:alpha val="14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9" name="Google Shape;161;g13e0b32f61d_0_16"/>
          <p:cNvSpPr/>
          <p:nvPr/>
        </p:nvSpPr>
        <p:spPr>
          <a:xfrm>
            <a:off x="4825080" y="3810600"/>
            <a:ext cx="367920" cy="367920"/>
          </a:xfrm>
          <a:prstGeom prst="ellipse">
            <a:avLst/>
          </a:prstGeom>
          <a:gradFill rotWithShape="0">
            <a:gsLst>
              <a:gs pos="0">
                <a:srgbClr val="ff6802">
                  <a:alpha val="15000"/>
                </a:srgbClr>
              </a:gs>
              <a:gs pos="100000">
                <a:srgbClr val="ff2841">
                  <a:alpha val="15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60" name="Google Shape;162;g13e0b32f61d_0_16"/>
          <p:cNvSpPr/>
          <p:nvPr/>
        </p:nvSpPr>
        <p:spPr>
          <a:xfrm>
            <a:off x="4825080" y="804240"/>
            <a:ext cx="7074720" cy="5672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61" name="Google Shape;163;g13e0b32f61d_0_16"/>
          <p:cNvSpPr/>
          <p:nvPr/>
        </p:nvSpPr>
        <p:spPr>
          <a:xfrm>
            <a:off x="259920" y="0"/>
            <a:ext cx="2568240" cy="2238120"/>
          </a:xfrm>
          <a:prstGeom prst="rect">
            <a:avLst/>
          </a:prstGeom>
          <a:solidFill>
            <a:srgbClr val="e838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62" name="Google Shape;164;g13e0b32f61d_0_16" descr="Uma imagem contendo Logotipo&#10;&#10;Descrição gerada automaticamente"/>
          <p:cNvPicPr/>
          <p:nvPr/>
        </p:nvPicPr>
        <p:blipFill>
          <a:blip r:embed="rId1"/>
          <a:stretch/>
        </p:blipFill>
        <p:spPr>
          <a:xfrm>
            <a:off x="10838520" y="303840"/>
            <a:ext cx="88488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165;g13e0b32f61d_0_16"/>
          <p:cNvSpPr/>
          <p:nvPr/>
        </p:nvSpPr>
        <p:spPr>
          <a:xfrm>
            <a:off x="0" y="341280"/>
            <a:ext cx="4419360" cy="152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64" name="Google Shape;166;g13e0b32f61d_0_16"/>
          <p:cNvSpPr/>
          <p:nvPr/>
        </p:nvSpPr>
        <p:spPr>
          <a:xfrm>
            <a:off x="355320" y="672480"/>
            <a:ext cx="381564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5d358e"/>
                </a:solidFill>
                <a:effectLst/>
                <a:uFillTx/>
                <a:latin typeface="Calibri"/>
                <a:ea typeface="Calibri"/>
              </a:rPr>
              <a:t>Pratique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5d358e"/>
                </a:solidFill>
                <a:effectLst/>
                <a:uFillTx/>
                <a:latin typeface="Calibri"/>
                <a:ea typeface="Calibri"/>
              </a:rPr>
              <a:t>Atividade prática!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Google Shape;167;g13e0b32f61d_0_16"/>
          <p:cNvCxnSpPr/>
          <p:nvPr/>
        </p:nvCxnSpPr>
        <p:spPr>
          <a:xfrm>
            <a:off x="453600" y="633240"/>
            <a:ext cx="394560" cy="360"/>
          </a:xfrm>
          <a:prstGeom prst="straightConnector1">
            <a:avLst/>
          </a:prstGeom>
          <a:ln w="38100">
            <a:solidFill>
              <a:srgbClr val="e83879"/>
            </a:solidFill>
            <a:miter/>
          </a:ln>
        </p:spPr>
      </p:cxnSp>
      <p:sp>
        <p:nvSpPr>
          <p:cNvPr id="66" name="Google Shape;168;g13e0b32f61d_0_16"/>
          <p:cNvSpPr/>
          <p:nvPr/>
        </p:nvSpPr>
        <p:spPr>
          <a:xfrm>
            <a:off x="4825080" y="606240"/>
            <a:ext cx="2682360" cy="417240"/>
          </a:xfrm>
          <a:prstGeom prst="rect">
            <a:avLst/>
          </a:prstGeom>
          <a:solidFill>
            <a:srgbClr val="a02987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67" name="Google Shape;169;g13e0b32f61d_0_16"/>
          <p:cNvSpPr/>
          <p:nvPr/>
        </p:nvSpPr>
        <p:spPr>
          <a:xfrm>
            <a:off x="4907520" y="627480"/>
            <a:ext cx="2476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Comando da atividade: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70;g13e0b32f61d_0_16"/>
          <p:cNvSpPr/>
          <p:nvPr/>
        </p:nvSpPr>
        <p:spPr>
          <a:xfrm>
            <a:off x="4825080" y="1272600"/>
            <a:ext cx="6898320" cy="24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Instale o sistema operacional Linux usando a distribuição que quiser no software de virtualização que achar mais interessante. Rode os comandos  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ourier New"/>
                <a:ea typeface="Courier New"/>
              </a:rPr>
              <a:t>cat /proc/cpuinfo, cat /proc/meminfo , top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 e o comando de atualização de software (varia de acordo com a distribuição escolhida) no terminal e comprove realizando screenshots dos comandos rodando (um para cada comando). Ao lado do terminal, deve ter um bloco de notas com seu </a:t>
            </a:r>
            <a:r>
              <a:rPr b="1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nome, RA, universidade e campus</a:t>
            </a:r>
            <a:r>
              <a:rPr b="0" lang="pt-BR" sz="1500" strike="noStrike" u="none">
                <a:solidFill>
                  <a:srgbClr val="3f3f3f"/>
                </a:solidFill>
                <a:effectLst/>
                <a:uFillTx/>
                <a:latin typeface="Calibri"/>
                <a:ea typeface="Calibri"/>
              </a:rPr>
              <a:t> que estuda, conforme exemplo abaixo e insira nos slides seguintes: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171;g13e0b32f61d_0_16" descr=""/>
          <p:cNvPicPr/>
          <p:nvPr/>
        </p:nvPicPr>
        <p:blipFill>
          <a:blip r:embed="rId2"/>
          <a:stretch/>
        </p:blipFill>
        <p:spPr>
          <a:xfrm>
            <a:off x="5984280" y="2958480"/>
            <a:ext cx="5164920" cy="336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76;p5"/>
          <p:cNvSpPr/>
          <p:nvPr/>
        </p:nvSpPr>
        <p:spPr>
          <a:xfrm>
            <a:off x="3528000" y="908640"/>
            <a:ext cx="147960" cy="158400"/>
          </a:xfrm>
          <a:custGeom>
            <a:avLst/>
            <a:gdLst>
              <a:gd name="textAreaLeft" fmla="*/ 0 w 147960"/>
              <a:gd name="textAreaRight" fmla="*/ 148320 w 14796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481" y="21600"/>
                </a:lnTo>
                <a:lnTo>
                  <a:pt x="0" y="8424"/>
                </a:lnTo>
                <a:lnTo>
                  <a:pt x="21600" y="0"/>
                </a:lnTo>
                <a:close/>
              </a:path>
            </a:pathLst>
          </a:custGeom>
          <a:solidFill>
            <a:srgbClr val="00a19c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1" name="Google Shape;177;p5"/>
          <p:cNvSpPr/>
          <p:nvPr/>
        </p:nvSpPr>
        <p:spPr>
          <a:xfrm>
            <a:off x="8246160" y="907920"/>
            <a:ext cx="358560" cy="359280"/>
          </a:xfrm>
          <a:custGeom>
            <a:avLst/>
            <a:gdLst>
              <a:gd name="textAreaLeft" fmla="*/ 0 w 358560"/>
              <a:gd name="textAreaRight" fmla="*/ 358920 w 358560"/>
              <a:gd name="textAreaTop" fmla="*/ 0 h 359280"/>
              <a:gd name="textAreaBottom" fmla="*/ 359640 h 359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2" name="Google Shape;178;p5"/>
          <p:cNvSpPr/>
          <p:nvPr/>
        </p:nvSpPr>
        <p:spPr>
          <a:xfrm>
            <a:off x="6306840" y="261288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75" y="0"/>
                </a:moveTo>
                <a:lnTo>
                  <a:pt x="21600" y="16575"/>
                </a:lnTo>
                <a:lnTo>
                  <a:pt x="4950" y="21600"/>
                </a:lnTo>
                <a:lnTo>
                  <a:pt x="0" y="5025"/>
                </a:lnTo>
                <a:lnTo>
                  <a:pt x="16575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3" name="Google Shape;179;p5"/>
          <p:cNvSpPr/>
          <p:nvPr/>
        </p:nvSpPr>
        <p:spPr>
          <a:xfrm>
            <a:off x="3592800" y="306000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4" name="Google Shape;180;p5"/>
          <p:cNvSpPr/>
          <p:nvPr/>
        </p:nvSpPr>
        <p:spPr>
          <a:xfrm>
            <a:off x="1639440" y="1800000"/>
            <a:ext cx="154440" cy="154440"/>
          </a:xfrm>
          <a:custGeom>
            <a:avLst/>
            <a:gdLst>
              <a:gd name="textAreaLeft" fmla="*/ 0 w 154440"/>
              <a:gd name="textAreaRight" fmla="*/ 154800 w 154440"/>
              <a:gd name="textAreaTop" fmla="*/ 0 h 154440"/>
              <a:gd name="textAreaBottom" fmla="*/ 154800 h 154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7975"/>
                </a:moveTo>
                <a:lnTo>
                  <a:pt x="13957" y="21600"/>
                </a:lnTo>
                <a:lnTo>
                  <a:pt x="0" y="13957"/>
                </a:lnTo>
                <a:lnTo>
                  <a:pt x="7975" y="0"/>
                </a:lnTo>
                <a:lnTo>
                  <a:pt x="21600" y="7975"/>
                </a:lnTo>
                <a:close/>
              </a:path>
            </a:pathLst>
          </a:custGeom>
          <a:solidFill>
            <a:srgbClr val="ef375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5" name="Google Shape;181;p5"/>
          <p:cNvSpPr/>
          <p:nvPr/>
        </p:nvSpPr>
        <p:spPr>
          <a:xfrm>
            <a:off x="8663400" y="5460480"/>
            <a:ext cx="95760" cy="95040"/>
          </a:xfrm>
          <a:prstGeom prst="ellipse">
            <a:avLst/>
          </a:prstGeom>
          <a:solidFill>
            <a:srgbClr val="ff680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6" name="Google Shape;182;p5"/>
          <p:cNvSpPr/>
          <p:nvPr/>
        </p:nvSpPr>
        <p:spPr>
          <a:xfrm>
            <a:off x="8368200" y="2855880"/>
            <a:ext cx="283680" cy="282960"/>
          </a:xfrm>
          <a:prstGeom prst="ellipse">
            <a:avLst/>
          </a:prstGeom>
          <a:solidFill>
            <a:srgbClr val="ff284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7" name="Google Shape;183;p5"/>
          <p:cNvSpPr/>
          <p:nvPr/>
        </p:nvSpPr>
        <p:spPr>
          <a:xfrm>
            <a:off x="3093840" y="4620240"/>
            <a:ext cx="226440" cy="227160"/>
          </a:xfrm>
          <a:custGeom>
            <a:avLst/>
            <a:gdLst>
              <a:gd name="textAreaLeft" fmla="*/ 0 w 226440"/>
              <a:gd name="textAreaRight" fmla="*/ 226800 w 226440"/>
              <a:gd name="textAreaTop" fmla="*/ 0 h 227160"/>
              <a:gd name="textAreaBottom" fmla="*/ 227520 h 227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8" name="Google Shape;184;p5"/>
          <p:cNvSpPr/>
          <p:nvPr/>
        </p:nvSpPr>
        <p:spPr>
          <a:xfrm>
            <a:off x="1332000" y="4937760"/>
            <a:ext cx="283680" cy="282960"/>
          </a:xfrm>
          <a:prstGeom prst="ellipse">
            <a:avLst/>
          </a:prstGeom>
          <a:solidFill>
            <a:srgbClr val="ff2841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9" name="Google Shape;185;p5"/>
          <p:cNvSpPr/>
          <p:nvPr/>
        </p:nvSpPr>
        <p:spPr>
          <a:xfrm>
            <a:off x="5753880" y="537264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4d88c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0" name="Google Shape;186;p5"/>
          <p:cNvSpPr/>
          <p:nvPr/>
        </p:nvSpPr>
        <p:spPr>
          <a:xfrm>
            <a:off x="5842800" y="1431720"/>
            <a:ext cx="139320" cy="139320"/>
          </a:xfrm>
          <a:prstGeom prst="ellipse">
            <a:avLst/>
          </a:prstGeom>
          <a:noFill/>
          <a:ln w="63500">
            <a:solidFill>
              <a:srgbClr val="f7f9ff">
                <a:alpha val="1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1" name="Google Shape;187;p5"/>
          <p:cNvSpPr/>
          <p:nvPr/>
        </p:nvSpPr>
        <p:spPr>
          <a:xfrm>
            <a:off x="5705640" y="1380240"/>
            <a:ext cx="242280" cy="242280"/>
          </a:xfrm>
          <a:custGeom>
            <a:avLst/>
            <a:gdLst>
              <a:gd name="textAreaLeft" fmla="*/ 0 w 242280"/>
              <a:gd name="textAreaRight" fmla="*/ 242640 w 242280"/>
              <a:gd name="textAreaTop" fmla="*/ 0 h 242280"/>
              <a:gd name="textAreaBottom" fmla="*/ 242640 h 242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ab194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2" name="Google Shape;188;p5"/>
          <p:cNvSpPr/>
          <p:nvPr/>
        </p:nvSpPr>
        <p:spPr>
          <a:xfrm>
            <a:off x="8814960" y="1323000"/>
            <a:ext cx="71640" cy="7164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3" name="Google Shape;189;p5"/>
          <p:cNvSpPr/>
          <p:nvPr/>
        </p:nvSpPr>
        <p:spPr>
          <a:xfrm>
            <a:off x="10416240" y="5087880"/>
            <a:ext cx="887040" cy="887040"/>
          </a:xfrm>
          <a:prstGeom prst="ellipse">
            <a:avLst/>
          </a:prstGeom>
          <a:gradFill rotWithShape="0">
            <a:gsLst>
              <a:gs pos="0">
                <a:srgbClr val="ff2841">
                  <a:alpha val="16000"/>
                </a:srgbClr>
              </a:gs>
              <a:gs pos="100000">
                <a:srgbClr val="5c33e6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4" name="Google Shape;190;p5"/>
          <p:cNvSpPr/>
          <p:nvPr/>
        </p:nvSpPr>
        <p:spPr>
          <a:xfrm>
            <a:off x="10257480" y="2296080"/>
            <a:ext cx="633600" cy="633600"/>
          </a:xfrm>
          <a:prstGeom prst="ellipse">
            <a:avLst/>
          </a:prstGeom>
          <a:gradFill rotWithShape="0">
            <a:gsLst>
              <a:gs pos="0">
                <a:srgbClr val="0a6cd1">
                  <a:alpha val="16000"/>
                </a:srgbClr>
              </a:gs>
              <a:gs pos="100000">
                <a:srgbClr val="7474ba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85" name="Google Shape;191;p5" descr="Uma imagem contendo Logotipo&#10;&#10;Descrição gerada automaticamente"/>
          <p:cNvPicPr/>
          <p:nvPr/>
        </p:nvPicPr>
        <p:blipFill>
          <a:blip r:embed="rId1"/>
          <a:stretch/>
        </p:blipFill>
        <p:spPr>
          <a:xfrm>
            <a:off x="10838520" y="303840"/>
            <a:ext cx="88488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Google Shape;192;p5"/>
          <p:cNvSpPr/>
          <p:nvPr/>
        </p:nvSpPr>
        <p:spPr>
          <a:xfrm>
            <a:off x="468360" y="430560"/>
            <a:ext cx="4569120" cy="916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7" name="Google Shape;193;p5"/>
          <p:cNvSpPr/>
          <p:nvPr/>
        </p:nvSpPr>
        <p:spPr>
          <a:xfrm>
            <a:off x="660240" y="528840"/>
            <a:ext cx="195876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Pratique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Atividade Prática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Google Shape;194;p5"/>
          <p:cNvCxnSpPr/>
          <p:nvPr/>
        </p:nvCxnSpPr>
        <p:spPr>
          <a:xfrm flipV="1">
            <a:off x="468000" y="430560"/>
            <a:ext cx="360" cy="916920"/>
          </a:xfrm>
          <a:prstGeom prst="straightConnector1">
            <a:avLst/>
          </a:prstGeom>
          <a:ln w="76200">
            <a:solidFill>
              <a:srgbClr val="e83879"/>
            </a:solidFill>
            <a:miter/>
          </a:ln>
        </p:spPr>
      </p:cxnSp>
      <p:sp>
        <p:nvSpPr>
          <p:cNvPr id="89" name="Google Shape;195;p5"/>
          <p:cNvSpPr/>
          <p:nvPr/>
        </p:nvSpPr>
        <p:spPr>
          <a:xfrm>
            <a:off x="3008520" y="1821240"/>
            <a:ext cx="6881760" cy="417240"/>
          </a:xfrm>
          <a:prstGeom prst="rect">
            <a:avLst/>
          </a:prstGeom>
          <a:solidFill>
            <a:srgbClr val="33afe5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0" name="Google Shape;196;p5"/>
          <p:cNvSpPr/>
          <p:nvPr/>
        </p:nvSpPr>
        <p:spPr>
          <a:xfrm>
            <a:off x="3091320" y="1824120"/>
            <a:ext cx="6028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Comando: cat /proc/cpuinfo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97;p5"/>
          <p:cNvSpPr/>
          <p:nvPr/>
        </p:nvSpPr>
        <p:spPr>
          <a:xfrm>
            <a:off x="3008520" y="2360880"/>
            <a:ext cx="6881760" cy="38365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92" name="Espaço Reservado para Imagem 1" descr="Tela de computador com texto preto sobre fundo branco&#10;&#10;O conteúdo gerado por IA pode estar incorreto."/>
          <p:cNvPicPr/>
          <p:nvPr/>
        </p:nvPicPr>
        <p:blipFill>
          <a:blip r:embed="rId2"/>
          <a:srcRect l="0" t="11038" r="0" b="11038"/>
          <a:stretch/>
        </p:blipFill>
        <p:spPr>
          <a:xfrm>
            <a:off x="3184560" y="2506680"/>
            <a:ext cx="6557760" cy="319356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7772400" y="5029200"/>
            <a:ext cx="1143000" cy="671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204;g13e0b32f61d_0_86"/>
          <p:cNvSpPr/>
          <p:nvPr/>
        </p:nvSpPr>
        <p:spPr>
          <a:xfrm>
            <a:off x="3528000" y="908640"/>
            <a:ext cx="147960" cy="158400"/>
          </a:xfrm>
          <a:custGeom>
            <a:avLst/>
            <a:gdLst>
              <a:gd name="textAreaLeft" fmla="*/ 0 w 147960"/>
              <a:gd name="textAreaRight" fmla="*/ 148320 w 14796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481" y="21600"/>
                </a:lnTo>
                <a:lnTo>
                  <a:pt x="0" y="8424"/>
                </a:lnTo>
                <a:lnTo>
                  <a:pt x="21600" y="0"/>
                </a:lnTo>
                <a:close/>
              </a:path>
            </a:pathLst>
          </a:custGeom>
          <a:solidFill>
            <a:srgbClr val="00a19c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5" name="Google Shape;205;g13e0b32f61d_0_86"/>
          <p:cNvSpPr/>
          <p:nvPr/>
        </p:nvSpPr>
        <p:spPr>
          <a:xfrm>
            <a:off x="8246160" y="907920"/>
            <a:ext cx="358560" cy="359280"/>
          </a:xfrm>
          <a:custGeom>
            <a:avLst/>
            <a:gdLst>
              <a:gd name="textAreaLeft" fmla="*/ 0 w 358560"/>
              <a:gd name="textAreaRight" fmla="*/ 358920 w 358560"/>
              <a:gd name="textAreaTop" fmla="*/ 0 h 359280"/>
              <a:gd name="textAreaBottom" fmla="*/ 359640 h 359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6" name="Google Shape;206;g13e0b32f61d_0_86"/>
          <p:cNvSpPr/>
          <p:nvPr/>
        </p:nvSpPr>
        <p:spPr>
          <a:xfrm>
            <a:off x="6306840" y="261288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75" y="0"/>
                </a:moveTo>
                <a:lnTo>
                  <a:pt x="21600" y="16575"/>
                </a:lnTo>
                <a:lnTo>
                  <a:pt x="4950" y="21600"/>
                </a:lnTo>
                <a:lnTo>
                  <a:pt x="0" y="5025"/>
                </a:lnTo>
                <a:lnTo>
                  <a:pt x="16575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7" name="Google Shape;207;g13e0b32f61d_0_86"/>
          <p:cNvSpPr/>
          <p:nvPr/>
        </p:nvSpPr>
        <p:spPr>
          <a:xfrm>
            <a:off x="3592800" y="306000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8" name="Google Shape;208;g13e0b32f61d_0_86"/>
          <p:cNvSpPr/>
          <p:nvPr/>
        </p:nvSpPr>
        <p:spPr>
          <a:xfrm>
            <a:off x="1639440" y="1800000"/>
            <a:ext cx="154440" cy="154440"/>
          </a:xfrm>
          <a:custGeom>
            <a:avLst/>
            <a:gdLst>
              <a:gd name="textAreaLeft" fmla="*/ 0 w 154440"/>
              <a:gd name="textAreaRight" fmla="*/ 154800 w 154440"/>
              <a:gd name="textAreaTop" fmla="*/ 0 h 154440"/>
              <a:gd name="textAreaBottom" fmla="*/ 154800 h 154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7975"/>
                </a:moveTo>
                <a:lnTo>
                  <a:pt x="13957" y="21600"/>
                </a:lnTo>
                <a:lnTo>
                  <a:pt x="0" y="13957"/>
                </a:lnTo>
                <a:lnTo>
                  <a:pt x="7975" y="0"/>
                </a:lnTo>
                <a:lnTo>
                  <a:pt x="21600" y="7975"/>
                </a:lnTo>
                <a:close/>
              </a:path>
            </a:pathLst>
          </a:custGeom>
          <a:solidFill>
            <a:srgbClr val="ef375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9" name="Google Shape;209;g13e0b32f61d_0_86"/>
          <p:cNvSpPr/>
          <p:nvPr/>
        </p:nvSpPr>
        <p:spPr>
          <a:xfrm>
            <a:off x="8663400" y="5460480"/>
            <a:ext cx="95760" cy="95040"/>
          </a:xfrm>
          <a:prstGeom prst="ellipse">
            <a:avLst/>
          </a:prstGeom>
          <a:solidFill>
            <a:srgbClr val="ff680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0" name="Google Shape;210;g13e0b32f61d_0_86"/>
          <p:cNvSpPr/>
          <p:nvPr/>
        </p:nvSpPr>
        <p:spPr>
          <a:xfrm>
            <a:off x="8368200" y="2855880"/>
            <a:ext cx="283680" cy="283320"/>
          </a:xfrm>
          <a:prstGeom prst="ellipse">
            <a:avLst/>
          </a:prstGeom>
          <a:solidFill>
            <a:srgbClr val="ff284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1" name="Google Shape;211;g13e0b32f61d_0_86"/>
          <p:cNvSpPr/>
          <p:nvPr/>
        </p:nvSpPr>
        <p:spPr>
          <a:xfrm>
            <a:off x="3093840" y="4620240"/>
            <a:ext cx="226440" cy="227160"/>
          </a:xfrm>
          <a:custGeom>
            <a:avLst/>
            <a:gdLst>
              <a:gd name="textAreaLeft" fmla="*/ 0 w 226440"/>
              <a:gd name="textAreaRight" fmla="*/ 226800 w 226440"/>
              <a:gd name="textAreaTop" fmla="*/ 0 h 227160"/>
              <a:gd name="textAreaBottom" fmla="*/ 227520 h 227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2" name="Google Shape;212;g13e0b32f61d_0_86"/>
          <p:cNvSpPr/>
          <p:nvPr/>
        </p:nvSpPr>
        <p:spPr>
          <a:xfrm>
            <a:off x="1332000" y="4937760"/>
            <a:ext cx="283680" cy="283320"/>
          </a:xfrm>
          <a:prstGeom prst="ellipse">
            <a:avLst/>
          </a:prstGeom>
          <a:solidFill>
            <a:srgbClr val="ff2841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3" name="Google Shape;213;g13e0b32f61d_0_86"/>
          <p:cNvSpPr/>
          <p:nvPr/>
        </p:nvSpPr>
        <p:spPr>
          <a:xfrm>
            <a:off x="5753880" y="537264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4d88c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4" name="Google Shape;214;g13e0b32f61d_0_86"/>
          <p:cNvSpPr/>
          <p:nvPr/>
        </p:nvSpPr>
        <p:spPr>
          <a:xfrm>
            <a:off x="5842800" y="1431720"/>
            <a:ext cx="139320" cy="139320"/>
          </a:xfrm>
          <a:prstGeom prst="ellipse">
            <a:avLst/>
          </a:prstGeom>
          <a:noFill/>
          <a:ln w="63500">
            <a:solidFill>
              <a:srgbClr val="f7f9ff">
                <a:alpha val="1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5" name="Google Shape;215;g13e0b32f61d_0_86"/>
          <p:cNvSpPr/>
          <p:nvPr/>
        </p:nvSpPr>
        <p:spPr>
          <a:xfrm>
            <a:off x="5705640" y="1380240"/>
            <a:ext cx="242280" cy="242280"/>
          </a:xfrm>
          <a:custGeom>
            <a:avLst/>
            <a:gdLst>
              <a:gd name="textAreaLeft" fmla="*/ 0 w 242280"/>
              <a:gd name="textAreaRight" fmla="*/ 242640 w 242280"/>
              <a:gd name="textAreaTop" fmla="*/ 0 h 242280"/>
              <a:gd name="textAreaBottom" fmla="*/ 242640 h 242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ab194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6" name="Google Shape;216;g13e0b32f61d_0_86"/>
          <p:cNvSpPr/>
          <p:nvPr/>
        </p:nvSpPr>
        <p:spPr>
          <a:xfrm>
            <a:off x="8814960" y="1323000"/>
            <a:ext cx="71640" cy="7164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7" name="Google Shape;217;g13e0b32f61d_0_86"/>
          <p:cNvSpPr/>
          <p:nvPr/>
        </p:nvSpPr>
        <p:spPr>
          <a:xfrm>
            <a:off x="10416240" y="5087880"/>
            <a:ext cx="887040" cy="887040"/>
          </a:xfrm>
          <a:prstGeom prst="ellipse">
            <a:avLst/>
          </a:prstGeom>
          <a:gradFill rotWithShape="0">
            <a:gsLst>
              <a:gs pos="0">
                <a:srgbClr val="ff2841">
                  <a:alpha val="16000"/>
                </a:srgbClr>
              </a:gs>
              <a:gs pos="100000">
                <a:srgbClr val="5c33e6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8" name="Google Shape;218;g13e0b32f61d_0_86"/>
          <p:cNvSpPr/>
          <p:nvPr/>
        </p:nvSpPr>
        <p:spPr>
          <a:xfrm>
            <a:off x="10257480" y="2296080"/>
            <a:ext cx="633600" cy="633600"/>
          </a:xfrm>
          <a:prstGeom prst="ellipse">
            <a:avLst/>
          </a:prstGeom>
          <a:gradFill rotWithShape="0">
            <a:gsLst>
              <a:gs pos="0">
                <a:srgbClr val="0a6cd1">
                  <a:alpha val="16000"/>
                </a:srgbClr>
              </a:gs>
              <a:gs pos="100000">
                <a:srgbClr val="7474ba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09" name="Google Shape;219;g13e0b32f61d_0_86" descr="Uma imagem contendo Logotipo&#10;&#10;Descrição gerada automaticamente"/>
          <p:cNvPicPr/>
          <p:nvPr/>
        </p:nvPicPr>
        <p:blipFill>
          <a:blip r:embed="rId1"/>
          <a:stretch/>
        </p:blipFill>
        <p:spPr>
          <a:xfrm>
            <a:off x="10838520" y="303840"/>
            <a:ext cx="88488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220;g13e0b32f61d_0_86"/>
          <p:cNvSpPr/>
          <p:nvPr/>
        </p:nvSpPr>
        <p:spPr>
          <a:xfrm>
            <a:off x="468360" y="430560"/>
            <a:ext cx="4569120" cy="916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1" name="Google Shape;221;g13e0b32f61d_0_86"/>
          <p:cNvSpPr/>
          <p:nvPr/>
        </p:nvSpPr>
        <p:spPr>
          <a:xfrm>
            <a:off x="660240" y="528840"/>
            <a:ext cx="195876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Pratique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Atividade Prática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Google Shape;222;g13e0b32f61d_0_86"/>
          <p:cNvCxnSpPr/>
          <p:nvPr/>
        </p:nvCxnSpPr>
        <p:spPr>
          <a:xfrm flipV="1">
            <a:off x="468000" y="430560"/>
            <a:ext cx="360" cy="916920"/>
          </a:xfrm>
          <a:prstGeom prst="straightConnector1">
            <a:avLst/>
          </a:prstGeom>
          <a:ln w="76200">
            <a:solidFill>
              <a:srgbClr val="e83879"/>
            </a:solidFill>
            <a:miter/>
          </a:ln>
        </p:spPr>
      </p:cxnSp>
      <p:sp>
        <p:nvSpPr>
          <p:cNvPr id="113" name="Google Shape;223;g13e0b32f61d_0_86"/>
          <p:cNvSpPr/>
          <p:nvPr/>
        </p:nvSpPr>
        <p:spPr>
          <a:xfrm>
            <a:off x="3008520" y="1821240"/>
            <a:ext cx="6881760" cy="417240"/>
          </a:xfrm>
          <a:prstGeom prst="rect">
            <a:avLst/>
          </a:prstGeom>
          <a:solidFill>
            <a:srgbClr val="33afe5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4" name="Google Shape;224;g13e0b32f61d_0_86"/>
          <p:cNvSpPr/>
          <p:nvPr/>
        </p:nvSpPr>
        <p:spPr>
          <a:xfrm>
            <a:off x="3091320" y="1824120"/>
            <a:ext cx="4532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Comando: cat /proc/meminfo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225;g13e0b32f61d_0_86"/>
          <p:cNvSpPr/>
          <p:nvPr/>
        </p:nvSpPr>
        <p:spPr>
          <a:xfrm>
            <a:off x="3008520" y="2360880"/>
            <a:ext cx="6881760" cy="38365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16" name="Espaço Reservado para Imagem 2" descr="Tela de computador com texto preto sobre fundo branco&#10;&#10;O conteúdo gerado por IA pode estar incorreto."/>
          <p:cNvPicPr/>
          <p:nvPr/>
        </p:nvPicPr>
        <p:blipFill>
          <a:blip r:embed="rId2"/>
          <a:srcRect l="0" t="11038" r="0" b="11038"/>
          <a:stretch/>
        </p:blipFill>
        <p:spPr>
          <a:xfrm>
            <a:off x="3184560" y="2506680"/>
            <a:ext cx="6557760" cy="319356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7772400" y="5029200"/>
            <a:ext cx="11430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32;g13e0b32f61d_0_113"/>
          <p:cNvSpPr/>
          <p:nvPr/>
        </p:nvSpPr>
        <p:spPr>
          <a:xfrm>
            <a:off x="3528000" y="908640"/>
            <a:ext cx="147960" cy="158400"/>
          </a:xfrm>
          <a:custGeom>
            <a:avLst/>
            <a:gdLst>
              <a:gd name="textAreaLeft" fmla="*/ 0 w 147960"/>
              <a:gd name="textAreaRight" fmla="*/ 148320 w 14796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481" y="21600"/>
                </a:lnTo>
                <a:lnTo>
                  <a:pt x="0" y="8424"/>
                </a:lnTo>
                <a:lnTo>
                  <a:pt x="21600" y="0"/>
                </a:lnTo>
                <a:close/>
              </a:path>
            </a:pathLst>
          </a:custGeom>
          <a:solidFill>
            <a:srgbClr val="00a19c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9" name="Google Shape;233;g13e0b32f61d_0_113"/>
          <p:cNvSpPr/>
          <p:nvPr/>
        </p:nvSpPr>
        <p:spPr>
          <a:xfrm>
            <a:off x="8246160" y="907920"/>
            <a:ext cx="358560" cy="359280"/>
          </a:xfrm>
          <a:custGeom>
            <a:avLst/>
            <a:gdLst>
              <a:gd name="textAreaLeft" fmla="*/ 0 w 358560"/>
              <a:gd name="textAreaRight" fmla="*/ 358920 w 358560"/>
              <a:gd name="textAreaTop" fmla="*/ 0 h 359280"/>
              <a:gd name="textAreaBottom" fmla="*/ 359640 h 359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0" name="Google Shape;234;g13e0b32f61d_0_113"/>
          <p:cNvSpPr/>
          <p:nvPr/>
        </p:nvSpPr>
        <p:spPr>
          <a:xfrm>
            <a:off x="6306840" y="261288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75" y="0"/>
                </a:moveTo>
                <a:lnTo>
                  <a:pt x="21600" y="16575"/>
                </a:lnTo>
                <a:lnTo>
                  <a:pt x="4950" y="21600"/>
                </a:lnTo>
                <a:lnTo>
                  <a:pt x="0" y="5025"/>
                </a:lnTo>
                <a:lnTo>
                  <a:pt x="16575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1" name="Google Shape;235;g13e0b32f61d_0_113"/>
          <p:cNvSpPr/>
          <p:nvPr/>
        </p:nvSpPr>
        <p:spPr>
          <a:xfrm>
            <a:off x="3592800" y="306000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2" name="Google Shape;236;g13e0b32f61d_0_113"/>
          <p:cNvSpPr/>
          <p:nvPr/>
        </p:nvSpPr>
        <p:spPr>
          <a:xfrm>
            <a:off x="1639440" y="1800000"/>
            <a:ext cx="154440" cy="154440"/>
          </a:xfrm>
          <a:custGeom>
            <a:avLst/>
            <a:gdLst>
              <a:gd name="textAreaLeft" fmla="*/ 0 w 154440"/>
              <a:gd name="textAreaRight" fmla="*/ 154800 w 154440"/>
              <a:gd name="textAreaTop" fmla="*/ 0 h 154440"/>
              <a:gd name="textAreaBottom" fmla="*/ 154800 h 154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7975"/>
                </a:moveTo>
                <a:lnTo>
                  <a:pt x="13957" y="21600"/>
                </a:lnTo>
                <a:lnTo>
                  <a:pt x="0" y="13957"/>
                </a:lnTo>
                <a:lnTo>
                  <a:pt x="7975" y="0"/>
                </a:lnTo>
                <a:lnTo>
                  <a:pt x="21600" y="7975"/>
                </a:lnTo>
                <a:close/>
              </a:path>
            </a:pathLst>
          </a:custGeom>
          <a:solidFill>
            <a:srgbClr val="ef375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3" name="Google Shape;237;g13e0b32f61d_0_113"/>
          <p:cNvSpPr/>
          <p:nvPr/>
        </p:nvSpPr>
        <p:spPr>
          <a:xfrm>
            <a:off x="8663400" y="5460480"/>
            <a:ext cx="95760" cy="95040"/>
          </a:xfrm>
          <a:prstGeom prst="ellipse">
            <a:avLst/>
          </a:prstGeom>
          <a:solidFill>
            <a:srgbClr val="ff680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4" name="Google Shape;238;g13e0b32f61d_0_113"/>
          <p:cNvSpPr/>
          <p:nvPr/>
        </p:nvSpPr>
        <p:spPr>
          <a:xfrm>
            <a:off x="8368200" y="2855880"/>
            <a:ext cx="283680" cy="283320"/>
          </a:xfrm>
          <a:prstGeom prst="ellipse">
            <a:avLst/>
          </a:prstGeom>
          <a:solidFill>
            <a:srgbClr val="ff284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5" name="Google Shape;239;g13e0b32f61d_0_113"/>
          <p:cNvSpPr/>
          <p:nvPr/>
        </p:nvSpPr>
        <p:spPr>
          <a:xfrm>
            <a:off x="3093840" y="4620240"/>
            <a:ext cx="226440" cy="227160"/>
          </a:xfrm>
          <a:custGeom>
            <a:avLst/>
            <a:gdLst>
              <a:gd name="textAreaLeft" fmla="*/ 0 w 226440"/>
              <a:gd name="textAreaRight" fmla="*/ 226800 w 226440"/>
              <a:gd name="textAreaTop" fmla="*/ 0 h 227160"/>
              <a:gd name="textAreaBottom" fmla="*/ 227520 h 227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6" name="Google Shape;240;g13e0b32f61d_0_113"/>
          <p:cNvSpPr/>
          <p:nvPr/>
        </p:nvSpPr>
        <p:spPr>
          <a:xfrm>
            <a:off x="1332000" y="4937760"/>
            <a:ext cx="283680" cy="283320"/>
          </a:xfrm>
          <a:prstGeom prst="ellipse">
            <a:avLst/>
          </a:prstGeom>
          <a:solidFill>
            <a:srgbClr val="ff2841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7" name="Google Shape;241;g13e0b32f61d_0_113"/>
          <p:cNvSpPr/>
          <p:nvPr/>
        </p:nvSpPr>
        <p:spPr>
          <a:xfrm>
            <a:off x="5753880" y="537264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4d88c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8" name="Google Shape;242;g13e0b32f61d_0_113"/>
          <p:cNvSpPr/>
          <p:nvPr/>
        </p:nvSpPr>
        <p:spPr>
          <a:xfrm>
            <a:off x="5842800" y="1431720"/>
            <a:ext cx="139320" cy="139320"/>
          </a:xfrm>
          <a:prstGeom prst="ellipse">
            <a:avLst/>
          </a:prstGeom>
          <a:noFill/>
          <a:ln w="63500">
            <a:solidFill>
              <a:srgbClr val="f7f9ff">
                <a:alpha val="1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9" name="Google Shape;243;g13e0b32f61d_0_113"/>
          <p:cNvSpPr/>
          <p:nvPr/>
        </p:nvSpPr>
        <p:spPr>
          <a:xfrm>
            <a:off x="5705640" y="1380240"/>
            <a:ext cx="242280" cy="242280"/>
          </a:xfrm>
          <a:custGeom>
            <a:avLst/>
            <a:gdLst>
              <a:gd name="textAreaLeft" fmla="*/ 0 w 242280"/>
              <a:gd name="textAreaRight" fmla="*/ 242640 w 242280"/>
              <a:gd name="textAreaTop" fmla="*/ 0 h 242280"/>
              <a:gd name="textAreaBottom" fmla="*/ 242640 h 242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ab194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30" name="Google Shape;244;g13e0b32f61d_0_113"/>
          <p:cNvSpPr/>
          <p:nvPr/>
        </p:nvSpPr>
        <p:spPr>
          <a:xfrm>
            <a:off x="8814960" y="1323000"/>
            <a:ext cx="71640" cy="7164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31" name="Google Shape;245;g13e0b32f61d_0_113"/>
          <p:cNvSpPr/>
          <p:nvPr/>
        </p:nvSpPr>
        <p:spPr>
          <a:xfrm>
            <a:off x="10416240" y="5087880"/>
            <a:ext cx="887040" cy="887040"/>
          </a:xfrm>
          <a:prstGeom prst="ellipse">
            <a:avLst/>
          </a:prstGeom>
          <a:gradFill rotWithShape="0">
            <a:gsLst>
              <a:gs pos="0">
                <a:srgbClr val="ff2841">
                  <a:alpha val="16000"/>
                </a:srgbClr>
              </a:gs>
              <a:gs pos="100000">
                <a:srgbClr val="5c33e6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32" name="Google Shape;246;g13e0b32f61d_0_113"/>
          <p:cNvSpPr/>
          <p:nvPr/>
        </p:nvSpPr>
        <p:spPr>
          <a:xfrm>
            <a:off x="10257480" y="2296080"/>
            <a:ext cx="633600" cy="633600"/>
          </a:xfrm>
          <a:prstGeom prst="ellipse">
            <a:avLst/>
          </a:prstGeom>
          <a:gradFill rotWithShape="0">
            <a:gsLst>
              <a:gs pos="0">
                <a:srgbClr val="0a6cd1">
                  <a:alpha val="16000"/>
                </a:srgbClr>
              </a:gs>
              <a:gs pos="100000">
                <a:srgbClr val="7474ba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33" name="Google Shape;247;g13e0b32f61d_0_113" descr="Uma imagem contendo Logotipo&#10;&#10;Descrição gerada automaticamente"/>
          <p:cNvPicPr/>
          <p:nvPr/>
        </p:nvPicPr>
        <p:blipFill>
          <a:blip r:embed="rId1"/>
          <a:stretch/>
        </p:blipFill>
        <p:spPr>
          <a:xfrm>
            <a:off x="10838520" y="303840"/>
            <a:ext cx="88488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248;g13e0b32f61d_0_113"/>
          <p:cNvSpPr/>
          <p:nvPr/>
        </p:nvSpPr>
        <p:spPr>
          <a:xfrm>
            <a:off x="468360" y="430560"/>
            <a:ext cx="4569120" cy="916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35" name="Google Shape;249;g13e0b32f61d_0_113"/>
          <p:cNvSpPr/>
          <p:nvPr/>
        </p:nvSpPr>
        <p:spPr>
          <a:xfrm>
            <a:off x="660240" y="528840"/>
            <a:ext cx="195876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Pratique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Atividade Prática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Google Shape;250;g13e0b32f61d_0_113"/>
          <p:cNvCxnSpPr/>
          <p:nvPr/>
        </p:nvCxnSpPr>
        <p:spPr>
          <a:xfrm flipV="1">
            <a:off x="468000" y="430560"/>
            <a:ext cx="360" cy="916920"/>
          </a:xfrm>
          <a:prstGeom prst="straightConnector1">
            <a:avLst/>
          </a:prstGeom>
          <a:ln w="76200">
            <a:solidFill>
              <a:srgbClr val="e83879"/>
            </a:solidFill>
            <a:miter/>
          </a:ln>
        </p:spPr>
      </p:cxnSp>
      <p:sp>
        <p:nvSpPr>
          <p:cNvPr id="137" name="Google Shape;251;g13e0b32f61d_0_113"/>
          <p:cNvSpPr/>
          <p:nvPr/>
        </p:nvSpPr>
        <p:spPr>
          <a:xfrm>
            <a:off x="3008520" y="1821240"/>
            <a:ext cx="6881760" cy="417240"/>
          </a:xfrm>
          <a:prstGeom prst="rect">
            <a:avLst/>
          </a:prstGeom>
          <a:solidFill>
            <a:srgbClr val="33afe5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38" name="Google Shape;252;g13e0b32f61d_0_113"/>
          <p:cNvSpPr/>
          <p:nvPr/>
        </p:nvSpPr>
        <p:spPr>
          <a:xfrm>
            <a:off x="3091320" y="1842480"/>
            <a:ext cx="2476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Comando: top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253;g13e0b32f61d_0_113"/>
          <p:cNvSpPr/>
          <p:nvPr/>
        </p:nvSpPr>
        <p:spPr>
          <a:xfrm>
            <a:off x="3008520" y="2360880"/>
            <a:ext cx="6881760" cy="38365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40" name="Espaço Reservado para Imagem 1" descr="Tela de computador&#10;&#10;O conteúdo gerado por IA pode estar incorreto."/>
          <p:cNvPicPr/>
          <p:nvPr/>
        </p:nvPicPr>
        <p:blipFill>
          <a:blip r:embed="rId2"/>
          <a:srcRect l="0" t="11038" r="0" b="11038"/>
          <a:stretch/>
        </p:blipFill>
        <p:spPr>
          <a:xfrm>
            <a:off x="3184560" y="2506680"/>
            <a:ext cx="6557760" cy="319356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7772400" y="5029200"/>
            <a:ext cx="986760" cy="526320"/>
          </a:xfrm>
          <a:prstGeom prst="rect">
            <a:avLst/>
          </a:prstGeom>
          <a:solidFill>
            <a:srgbClr val="729fc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260;g13e0b32f61d_0_140"/>
          <p:cNvSpPr/>
          <p:nvPr/>
        </p:nvSpPr>
        <p:spPr>
          <a:xfrm>
            <a:off x="3528000" y="908640"/>
            <a:ext cx="147960" cy="158400"/>
          </a:xfrm>
          <a:custGeom>
            <a:avLst/>
            <a:gdLst>
              <a:gd name="textAreaLeft" fmla="*/ 0 w 147960"/>
              <a:gd name="textAreaRight" fmla="*/ 148320 w 14796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481" y="21600"/>
                </a:lnTo>
                <a:lnTo>
                  <a:pt x="0" y="8424"/>
                </a:lnTo>
                <a:lnTo>
                  <a:pt x="21600" y="0"/>
                </a:lnTo>
                <a:close/>
              </a:path>
            </a:pathLst>
          </a:custGeom>
          <a:solidFill>
            <a:srgbClr val="00a19c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3" name="Google Shape;261;g13e0b32f61d_0_140"/>
          <p:cNvSpPr/>
          <p:nvPr/>
        </p:nvSpPr>
        <p:spPr>
          <a:xfrm>
            <a:off x="8246160" y="907920"/>
            <a:ext cx="358560" cy="359280"/>
          </a:xfrm>
          <a:custGeom>
            <a:avLst/>
            <a:gdLst>
              <a:gd name="textAreaLeft" fmla="*/ 0 w 358560"/>
              <a:gd name="textAreaRight" fmla="*/ 358920 w 358560"/>
              <a:gd name="textAreaTop" fmla="*/ 0 h 359280"/>
              <a:gd name="textAreaBottom" fmla="*/ 359640 h 359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4" name="Google Shape;262;g13e0b32f61d_0_140"/>
          <p:cNvSpPr/>
          <p:nvPr/>
        </p:nvSpPr>
        <p:spPr>
          <a:xfrm>
            <a:off x="6306840" y="261288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75" y="0"/>
                </a:moveTo>
                <a:lnTo>
                  <a:pt x="21600" y="16575"/>
                </a:lnTo>
                <a:lnTo>
                  <a:pt x="4950" y="21600"/>
                </a:lnTo>
                <a:lnTo>
                  <a:pt x="0" y="5025"/>
                </a:lnTo>
                <a:lnTo>
                  <a:pt x="16575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5" name="Google Shape;263;g13e0b32f61d_0_140"/>
          <p:cNvSpPr/>
          <p:nvPr/>
        </p:nvSpPr>
        <p:spPr>
          <a:xfrm>
            <a:off x="3592800" y="306000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6" name="Google Shape;264;g13e0b32f61d_0_140"/>
          <p:cNvSpPr/>
          <p:nvPr/>
        </p:nvSpPr>
        <p:spPr>
          <a:xfrm>
            <a:off x="1639440" y="1800000"/>
            <a:ext cx="154440" cy="154440"/>
          </a:xfrm>
          <a:custGeom>
            <a:avLst/>
            <a:gdLst>
              <a:gd name="textAreaLeft" fmla="*/ 0 w 154440"/>
              <a:gd name="textAreaRight" fmla="*/ 154800 w 154440"/>
              <a:gd name="textAreaTop" fmla="*/ 0 h 154440"/>
              <a:gd name="textAreaBottom" fmla="*/ 154800 h 154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7975"/>
                </a:moveTo>
                <a:lnTo>
                  <a:pt x="13957" y="21600"/>
                </a:lnTo>
                <a:lnTo>
                  <a:pt x="0" y="13957"/>
                </a:lnTo>
                <a:lnTo>
                  <a:pt x="7975" y="0"/>
                </a:lnTo>
                <a:lnTo>
                  <a:pt x="21600" y="7975"/>
                </a:lnTo>
                <a:close/>
              </a:path>
            </a:pathLst>
          </a:custGeom>
          <a:solidFill>
            <a:srgbClr val="ef375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7" name="Google Shape;265;g13e0b32f61d_0_140"/>
          <p:cNvSpPr/>
          <p:nvPr/>
        </p:nvSpPr>
        <p:spPr>
          <a:xfrm>
            <a:off x="8663400" y="5460480"/>
            <a:ext cx="95760" cy="95040"/>
          </a:xfrm>
          <a:prstGeom prst="ellipse">
            <a:avLst/>
          </a:prstGeom>
          <a:solidFill>
            <a:srgbClr val="ff680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8" name="Google Shape;266;g13e0b32f61d_0_140"/>
          <p:cNvSpPr/>
          <p:nvPr/>
        </p:nvSpPr>
        <p:spPr>
          <a:xfrm>
            <a:off x="8368200" y="2855880"/>
            <a:ext cx="283680" cy="283320"/>
          </a:xfrm>
          <a:prstGeom prst="ellipse">
            <a:avLst/>
          </a:prstGeom>
          <a:solidFill>
            <a:srgbClr val="ff284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9" name="Google Shape;267;g13e0b32f61d_0_140"/>
          <p:cNvSpPr/>
          <p:nvPr/>
        </p:nvSpPr>
        <p:spPr>
          <a:xfrm>
            <a:off x="3093840" y="4620240"/>
            <a:ext cx="226440" cy="227160"/>
          </a:xfrm>
          <a:custGeom>
            <a:avLst/>
            <a:gdLst>
              <a:gd name="textAreaLeft" fmla="*/ 0 w 226440"/>
              <a:gd name="textAreaRight" fmla="*/ 226800 w 226440"/>
              <a:gd name="textAreaTop" fmla="*/ 0 h 227160"/>
              <a:gd name="textAreaBottom" fmla="*/ 227520 h 227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0" name="Google Shape;268;g13e0b32f61d_0_140"/>
          <p:cNvSpPr/>
          <p:nvPr/>
        </p:nvSpPr>
        <p:spPr>
          <a:xfrm>
            <a:off x="1332000" y="4937760"/>
            <a:ext cx="283680" cy="283320"/>
          </a:xfrm>
          <a:prstGeom prst="ellipse">
            <a:avLst/>
          </a:prstGeom>
          <a:solidFill>
            <a:srgbClr val="ff2841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1" name="Google Shape;269;g13e0b32f61d_0_140"/>
          <p:cNvSpPr/>
          <p:nvPr/>
        </p:nvSpPr>
        <p:spPr>
          <a:xfrm>
            <a:off x="5753880" y="537264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4d88c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2" name="Google Shape;270;g13e0b32f61d_0_140"/>
          <p:cNvSpPr/>
          <p:nvPr/>
        </p:nvSpPr>
        <p:spPr>
          <a:xfrm>
            <a:off x="5842800" y="1431720"/>
            <a:ext cx="139320" cy="139320"/>
          </a:xfrm>
          <a:prstGeom prst="ellipse">
            <a:avLst/>
          </a:prstGeom>
          <a:noFill/>
          <a:ln w="63500">
            <a:solidFill>
              <a:srgbClr val="f7f9ff">
                <a:alpha val="1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3" name="Google Shape;271;g13e0b32f61d_0_140"/>
          <p:cNvSpPr/>
          <p:nvPr/>
        </p:nvSpPr>
        <p:spPr>
          <a:xfrm>
            <a:off x="5705640" y="1380240"/>
            <a:ext cx="242280" cy="242280"/>
          </a:xfrm>
          <a:custGeom>
            <a:avLst/>
            <a:gdLst>
              <a:gd name="textAreaLeft" fmla="*/ 0 w 242280"/>
              <a:gd name="textAreaRight" fmla="*/ 242640 w 242280"/>
              <a:gd name="textAreaTop" fmla="*/ 0 h 242280"/>
              <a:gd name="textAreaBottom" fmla="*/ 242640 h 242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ab194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4" name="Google Shape;272;g13e0b32f61d_0_140"/>
          <p:cNvSpPr/>
          <p:nvPr/>
        </p:nvSpPr>
        <p:spPr>
          <a:xfrm>
            <a:off x="8814960" y="1323000"/>
            <a:ext cx="71640" cy="7164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5" name="Google Shape;273;g13e0b32f61d_0_140"/>
          <p:cNvSpPr/>
          <p:nvPr/>
        </p:nvSpPr>
        <p:spPr>
          <a:xfrm>
            <a:off x="10416240" y="5087880"/>
            <a:ext cx="887040" cy="887040"/>
          </a:xfrm>
          <a:prstGeom prst="ellipse">
            <a:avLst/>
          </a:prstGeom>
          <a:gradFill rotWithShape="0">
            <a:gsLst>
              <a:gs pos="0">
                <a:srgbClr val="ff2841">
                  <a:alpha val="16000"/>
                </a:srgbClr>
              </a:gs>
              <a:gs pos="100000">
                <a:srgbClr val="5c33e6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6" name="Google Shape;274;g13e0b32f61d_0_140"/>
          <p:cNvSpPr/>
          <p:nvPr/>
        </p:nvSpPr>
        <p:spPr>
          <a:xfrm>
            <a:off x="10257480" y="2296080"/>
            <a:ext cx="633600" cy="633600"/>
          </a:xfrm>
          <a:prstGeom prst="ellipse">
            <a:avLst/>
          </a:prstGeom>
          <a:gradFill rotWithShape="0">
            <a:gsLst>
              <a:gs pos="0">
                <a:srgbClr val="0a6cd1">
                  <a:alpha val="16000"/>
                </a:srgbClr>
              </a:gs>
              <a:gs pos="100000">
                <a:srgbClr val="7474ba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57" name="Google Shape;275;g13e0b32f61d_0_140" descr="Uma imagem contendo Logotipo&#10;&#10;Descrição gerada automaticamente"/>
          <p:cNvPicPr/>
          <p:nvPr/>
        </p:nvPicPr>
        <p:blipFill>
          <a:blip r:embed="rId1"/>
          <a:stretch/>
        </p:blipFill>
        <p:spPr>
          <a:xfrm>
            <a:off x="10838520" y="303840"/>
            <a:ext cx="88488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Google Shape;276;g13e0b32f61d_0_140"/>
          <p:cNvSpPr/>
          <p:nvPr/>
        </p:nvSpPr>
        <p:spPr>
          <a:xfrm>
            <a:off x="468360" y="430560"/>
            <a:ext cx="4569120" cy="916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9" name="Google Shape;277;g13e0b32f61d_0_140"/>
          <p:cNvSpPr/>
          <p:nvPr/>
        </p:nvSpPr>
        <p:spPr>
          <a:xfrm>
            <a:off x="660240" y="528840"/>
            <a:ext cx="195876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Pratique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Atividade Prática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0" name="Google Shape;278;g13e0b32f61d_0_140"/>
          <p:cNvCxnSpPr/>
          <p:nvPr/>
        </p:nvCxnSpPr>
        <p:spPr>
          <a:xfrm flipV="1">
            <a:off x="468000" y="430560"/>
            <a:ext cx="360" cy="916920"/>
          </a:xfrm>
          <a:prstGeom prst="straightConnector1">
            <a:avLst/>
          </a:prstGeom>
          <a:ln w="76200">
            <a:solidFill>
              <a:srgbClr val="e83879"/>
            </a:solidFill>
            <a:miter/>
          </a:ln>
        </p:spPr>
      </p:cxnSp>
      <p:sp>
        <p:nvSpPr>
          <p:cNvPr id="161" name="Google Shape;279;g13e0b32f61d_0_140"/>
          <p:cNvSpPr/>
          <p:nvPr/>
        </p:nvSpPr>
        <p:spPr>
          <a:xfrm>
            <a:off x="3008520" y="1821240"/>
            <a:ext cx="6881760" cy="417240"/>
          </a:xfrm>
          <a:prstGeom prst="rect">
            <a:avLst/>
          </a:prstGeom>
          <a:solidFill>
            <a:srgbClr val="33afe5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Apt Update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81;g13e0b32f61d_0_140"/>
          <p:cNvSpPr/>
          <p:nvPr/>
        </p:nvSpPr>
        <p:spPr>
          <a:xfrm>
            <a:off x="3008520" y="2360880"/>
            <a:ext cx="6881760" cy="38365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63" name="Espaço Reservado para Imagem 1" descr="Interface gráfica do usuário, Texto&#10;&#10;O conteúdo gerado por IA pode estar incorreto."/>
          <p:cNvPicPr/>
          <p:nvPr/>
        </p:nvPicPr>
        <p:blipFill>
          <a:blip r:embed="rId2"/>
          <a:srcRect l="0" t="11038" r="0" b="11038"/>
          <a:stretch/>
        </p:blipFill>
        <p:spPr>
          <a:xfrm>
            <a:off x="3184560" y="2506680"/>
            <a:ext cx="6557760" cy="319356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</p:pic>
      <p:sp>
        <p:nvSpPr>
          <p:cNvPr id="164" name=""/>
          <p:cNvSpPr/>
          <p:nvPr/>
        </p:nvSpPr>
        <p:spPr>
          <a:xfrm>
            <a:off x="8001000" y="5029200"/>
            <a:ext cx="9144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288;g13e0b32f61d_0_167"/>
          <p:cNvSpPr/>
          <p:nvPr/>
        </p:nvSpPr>
        <p:spPr>
          <a:xfrm>
            <a:off x="3528000" y="908640"/>
            <a:ext cx="147960" cy="158400"/>
          </a:xfrm>
          <a:custGeom>
            <a:avLst/>
            <a:gdLst>
              <a:gd name="textAreaLeft" fmla="*/ 0 w 147960"/>
              <a:gd name="textAreaRight" fmla="*/ 148320 w 14796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481" y="21600"/>
                </a:lnTo>
                <a:lnTo>
                  <a:pt x="0" y="8424"/>
                </a:lnTo>
                <a:lnTo>
                  <a:pt x="21600" y="0"/>
                </a:lnTo>
                <a:close/>
              </a:path>
            </a:pathLst>
          </a:custGeom>
          <a:solidFill>
            <a:srgbClr val="00a19c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6" name="Google Shape;289;g13e0b32f61d_0_167"/>
          <p:cNvSpPr/>
          <p:nvPr/>
        </p:nvSpPr>
        <p:spPr>
          <a:xfrm>
            <a:off x="8246160" y="907920"/>
            <a:ext cx="358560" cy="359280"/>
          </a:xfrm>
          <a:custGeom>
            <a:avLst/>
            <a:gdLst>
              <a:gd name="textAreaLeft" fmla="*/ 0 w 358560"/>
              <a:gd name="textAreaRight" fmla="*/ 358920 w 358560"/>
              <a:gd name="textAreaTop" fmla="*/ 0 h 359280"/>
              <a:gd name="textAreaBottom" fmla="*/ 359640 h 359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7" name="Google Shape;290;g13e0b32f61d_0_167"/>
          <p:cNvSpPr/>
          <p:nvPr/>
        </p:nvSpPr>
        <p:spPr>
          <a:xfrm>
            <a:off x="6306840" y="261288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75" y="0"/>
                </a:moveTo>
                <a:lnTo>
                  <a:pt x="21600" y="16575"/>
                </a:lnTo>
                <a:lnTo>
                  <a:pt x="4950" y="21600"/>
                </a:lnTo>
                <a:lnTo>
                  <a:pt x="0" y="5025"/>
                </a:lnTo>
                <a:lnTo>
                  <a:pt x="16575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8" name="Google Shape;291;g13e0b32f61d_0_167"/>
          <p:cNvSpPr/>
          <p:nvPr/>
        </p:nvSpPr>
        <p:spPr>
          <a:xfrm>
            <a:off x="3592800" y="306000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5c33e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9" name="Google Shape;292;g13e0b32f61d_0_167"/>
          <p:cNvSpPr/>
          <p:nvPr/>
        </p:nvSpPr>
        <p:spPr>
          <a:xfrm>
            <a:off x="1639440" y="1800000"/>
            <a:ext cx="154440" cy="154440"/>
          </a:xfrm>
          <a:custGeom>
            <a:avLst/>
            <a:gdLst>
              <a:gd name="textAreaLeft" fmla="*/ 0 w 154440"/>
              <a:gd name="textAreaRight" fmla="*/ 154800 w 154440"/>
              <a:gd name="textAreaTop" fmla="*/ 0 h 154440"/>
              <a:gd name="textAreaBottom" fmla="*/ 154800 h 154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7975"/>
                </a:moveTo>
                <a:lnTo>
                  <a:pt x="13957" y="21600"/>
                </a:lnTo>
                <a:lnTo>
                  <a:pt x="0" y="13957"/>
                </a:lnTo>
                <a:lnTo>
                  <a:pt x="7975" y="0"/>
                </a:lnTo>
                <a:lnTo>
                  <a:pt x="21600" y="7975"/>
                </a:lnTo>
                <a:close/>
              </a:path>
            </a:pathLst>
          </a:custGeom>
          <a:solidFill>
            <a:srgbClr val="ef375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0" name="Google Shape;293;g13e0b32f61d_0_167"/>
          <p:cNvSpPr/>
          <p:nvPr/>
        </p:nvSpPr>
        <p:spPr>
          <a:xfrm>
            <a:off x="8663400" y="5460480"/>
            <a:ext cx="95760" cy="95040"/>
          </a:xfrm>
          <a:prstGeom prst="ellipse">
            <a:avLst/>
          </a:prstGeom>
          <a:solidFill>
            <a:srgbClr val="ff680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1" name="Google Shape;294;g13e0b32f61d_0_167"/>
          <p:cNvSpPr/>
          <p:nvPr/>
        </p:nvSpPr>
        <p:spPr>
          <a:xfrm>
            <a:off x="8368200" y="2855880"/>
            <a:ext cx="283680" cy="283320"/>
          </a:xfrm>
          <a:prstGeom prst="ellipse">
            <a:avLst/>
          </a:prstGeom>
          <a:solidFill>
            <a:srgbClr val="ff284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2" name="Google Shape;295;g13e0b32f61d_0_167"/>
          <p:cNvSpPr/>
          <p:nvPr/>
        </p:nvSpPr>
        <p:spPr>
          <a:xfrm>
            <a:off x="3093840" y="4620240"/>
            <a:ext cx="226440" cy="227160"/>
          </a:xfrm>
          <a:custGeom>
            <a:avLst/>
            <a:gdLst>
              <a:gd name="textAreaLeft" fmla="*/ 0 w 226440"/>
              <a:gd name="textAreaRight" fmla="*/ 226800 w 226440"/>
              <a:gd name="textAreaTop" fmla="*/ 0 h 227160"/>
              <a:gd name="textAreaBottom" fmla="*/ 227520 h 227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3" name="Google Shape;296;g13e0b32f61d_0_167"/>
          <p:cNvSpPr/>
          <p:nvPr/>
        </p:nvSpPr>
        <p:spPr>
          <a:xfrm>
            <a:off x="1332000" y="4937760"/>
            <a:ext cx="283680" cy="283320"/>
          </a:xfrm>
          <a:prstGeom prst="ellipse">
            <a:avLst/>
          </a:prstGeom>
          <a:solidFill>
            <a:srgbClr val="ff2841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4" name="Google Shape;297;g13e0b32f61d_0_167"/>
          <p:cNvSpPr/>
          <p:nvPr/>
        </p:nvSpPr>
        <p:spPr>
          <a:xfrm>
            <a:off x="5753880" y="5372640"/>
            <a:ext cx="145800" cy="158400"/>
          </a:xfrm>
          <a:custGeom>
            <a:avLst/>
            <a:gdLst>
              <a:gd name="textAreaLeft" fmla="*/ 0 w 145800"/>
              <a:gd name="textAreaRight" fmla="*/ 146160 w 14580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4d88c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5" name="Google Shape;298;g13e0b32f61d_0_167"/>
          <p:cNvSpPr/>
          <p:nvPr/>
        </p:nvSpPr>
        <p:spPr>
          <a:xfrm>
            <a:off x="5842800" y="1431720"/>
            <a:ext cx="139320" cy="139320"/>
          </a:xfrm>
          <a:prstGeom prst="ellipse">
            <a:avLst/>
          </a:prstGeom>
          <a:noFill/>
          <a:ln w="63500">
            <a:solidFill>
              <a:srgbClr val="f7f9ff">
                <a:alpha val="1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6" name="Google Shape;299;g13e0b32f61d_0_167"/>
          <p:cNvSpPr/>
          <p:nvPr/>
        </p:nvSpPr>
        <p:spPr>
          <a:xfrm>
            <a:off x="5705640" y="1380240"/>
            <a:ext cx="242280" cy="242280"/>
          </a:xfrm>
          <a:custGeom>
            <a:avLst/>
            <a:gdLst>
              <a:gd name="textAreaLeft" fmla="*/ 0 w 242280"/>
              <a:gd name="textAreaRight" fmla="*/ 242640 w 242280"/>
              <a:gd name="textAreaTop" fmla="*/ 0 h 242280"/>
              <a:gd name="textAreaBottom" fmla="*/ 242640 h 242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ab194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7" name="Google Shape;300;g13e0b32f61d_0_167"/>
          <p:cNvSpPr/>
          <p:nvPr/>
        </p:nvSpPr>
        <p:spPr>
          <a:xfrm>
            <a:off x="8814960" y="1323000"/>
            <a:ext cx="71640" cy="7164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8" name="Google Shape;301;g13e0b32f61d_0_167"/>
          <p:cNvSpPr/>
          <p:nvPr/>
        </p:nvSpPr>
        <p:spPr>
          <a:xfrm>
            <a:off x="10416240" y="5087880"/>
            <a:ext cx="887040" cy="887040"/>
          </a:xfrm>
          <a:prstGeom prst="ellipse">
            <a:avLst/>
          </a:prstGeom>
          <a:gradFill rotWithShape="0">
            <a:gsLst>
              <a:gs pos="0">
                <a:srgbClr val="ff2841">
                  <a:alpha val="16000"/>
                </a:srgbClr>
              </a:gs>
              <a:gs pos="100000">
                <a:srgbClr val="5c33e6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79" name="Google Shape;302;g13e0b32f61d_0_167"/>
          <p:cNvSpPr/>
          <p:nvPr/>
        </p:nvSpPr>
        <p:spPr>
          <a:xfrm>
            <a:off x="10257480" y="2296080"/>
            <a:ext cx="633600" cy="633600"/>
          </a:xfrm>
          <a:prstGeom prst="ellipse">
            <a:avLst/>
          </a:prstGeom>
          <a:gradFill rotWithShape="0">
            <a:gsLst>
              <a:gs pos="0">
                <a:srgbClr val="0a6cd1">
                  <a:alpha val="16000"/>
                </a:srgbClr>
              </a:gs>
              <a:gs pos="100000">
                <a:srgbClr val="7474ba">
                  <a:alpha val="16000"/>
                </a:srgbClr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80" name="Google Shape;303;g13e0b32f61d_0_167" descr="Uma imagem contendo Logotipo&#10;&#10;Descrição gerada automaticamente"/>
          <p:cNvPicPr/>
          <p:nvPr/>
        </p:nvPicPr>
        <p:blipFill>
          <a:blip r:embed="rId1"/>
          <a:stretch/>
        </p:blipFill>
        <p:spPr>
          <a:xfrm>
            <a:off x="10838520" y="303840"/>
            <a:ext cx="88488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Google Shape;304;g13e0b32f61d_0_167"/>
          <p:cNvSpPr/>
          <p:nvPr/>
        </p:nvSpPr>
        <p:spPr>
          <a:xfrm>
            <a:off x="468360" y="430560"/>
            <a:ext cx="4569120" cy="916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2" name="Google Shape;305;g13e0b32f61d_0_167"/>
          <p:cNvSpPr/>
          <p:nvPr/>
        </p:nvSpPr>
        <p:spPr>
          <a:xfrm>
            <a:off x="660240" y="528840"/>
            <a:ext cx="195876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Pratique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5c358e"/>
                </a:solidFill>
                <a:effectLst/>
                <a:uFillTx/>
                <a:latin typeface="Calibri"/>
                <a:ea typeface="Calibri"/>
              </a:rPr>
              <a:t>Atividade Prática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Google Shape;306;g13e0b32f61d_0_167"/>
          <p:cNvCxnSpPr/>
          <p:nvPr/>
        </p:nvCxnSpPr>
        <p:spPr>
          <a:xfrm flipV="1">
            <a:off x="468000" y="430560"/>
            <a:ext cx="360" cy="916920"/>
          </a:xfrm>
          <a:prstGeom prst="straightConnector1">
            <a:avLst/>
          </a:prstGeom>
          <a:ln w="76200">
            <a:solidFill>
              <a:srgbClr val="e83879"/>
            </a:solidFill>
            <a:miter/>
          </a:ln>
        </p:spPr>
      </p:cxnSp>
      <p:sp>
        <p:nvSpPr>
          <p:cNvPr id="184" name="Google Shape;307;g13e0b32f61d_0_167"/>
          <p:cNvSpPr/>
          <p:nvPr/>
        </p:nvSpPr>
        <p:spPr>
          <a:xfrm>
            <a:off x="3008520" y="1821240"/>
            <a:ext cx="6881760" cy="417240"/>
          </a:xfrm>
          <a:prstGeom prst="rect">
            <a:avLst/>
          </a:prstGeom>
          <a:solidFill>
            <a:srgbClr val="33afe5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5" name="Google Shape;308;g13e0b32f61d_0_167"/>
          <p:cNvSpPr/>
          <p:nvPr/>
        </p:nvSpPr>
        <p:spPr>
          <a:xfrm>
            <a:off x="3091320" y="1842480"/>
            <a:ext cx="2476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Apt Upgrade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309;g13e0b32f61d_0_167"/>
          <p:cNvSpPr/>
          <p:nvPr/>
        </p:nvSpPr>
        <p:spPr>
          <a:xfrm>
            <a:off x="3008520" y="2360880"/>
            <a:ext cx="6881760" cy="38365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7" name="Google Shape;310;g13e0b32f61d_0_167"/>
          <p:cNvSpPr/>
          <p:nvPr/>
        </p:nvSpPr>
        <p:spPr>
          <a:xfrm>
            <a:off x="3176280" y="5811840"/>
            <a:ext cx="24760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88" name="Espaço Reservado para Imagem 1" descr="Tela de computador com texto preto sobre fundo branco&#10;&#10;O conteúdo gerado por IA pode estar incorreto."/>
          <p:cNvPicPr/>
          <p:nvPr/>
        </p:nvPicPr>
        <p:blipFill>
          <a:blip r:embed="rId2"/>
          <a:srcRect l="0" t="11038" r="0" b="11038"/>
          <a:stretch/>
        </p:blipFill>
        <p:spPr>
          <a:xfrm>
            <a:off x="3184560" y="2506680"/>
            <a:ext cx="6557760" cy="319356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</p:pic>
      <p:sp>
        <p:nvSpPr>
          <p:cNvPr id="189" name=""/>
          <p:cNvSpPr/>
          <p:nvPr/>
        </p:nvSpPr>
        <p:spPr>
          <a:xfrm>
            <a:off x="7772400" y="5029200"/>
            <a:ext cx="11430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ww.jpppt.com">
  <a:themeElements>
    <a:clrScheme name="自定义 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LibreOffice/25.8.2.2$Linux_X86_64 LibreOffice_project/f7b0e4385108b95c134599502a7bccf0a41925c8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2022-06-14T17:05:31Z</dcterms:created>
  <dc:creator>Robson T. Oliveira</dc:creator>
  <dc:description/>
  <dc:language>en-US</dc:language>
  <cp:lastModifiedBy/>
  <dcterms:modified xsi:type="dcterms:W3CDTF">2025-12-19T03:38:06Z</dcterms:modified>
  <cp:revision>45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